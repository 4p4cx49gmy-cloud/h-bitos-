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486400"/>
  <p:notesSz cx="54864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ees" descr="Árbol y arbus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744" y="0"/>
            <a:ext cx="5194796" cy="4992025"/>
          </a:xfrm>
          <a:prstGeom prst="rect">
            <a:avLst/>
          </a:prstGeom>
        </p:spPr>
      </p:pic>
      <p:pic>
        <p:nvPicPr>
          <p:cNvPr id="3" name="dog" descr="Toby, un perro corg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971" y="1892528"/>
            <a:ext cx="2742234" cy="3157432"/>
          </a:xfrm>
          <a:prstGeom prst="rect">
            <a:avLst/>
          </a:prstGeom>
        </p:spPr>
      </p:pic>
      <p:pic>
        <p:nvPicPr>
          <p:cNvPr id="4" name="grass" descr="Pas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58188"/>
            <a:ext cx="9144000" cy="1226281"/>
          </a:xfrm>
          <a:prstGeom prst="rect">
            <a:avLst/>
          </a:prstGeom>
        </p:spPr>
      </p:pic>
      <p:sp>
        <p:nvSpPr>
          <p:cNvPr id="5" name="card"/>
          <p:cNvSpPr txBox="1"/>
          <p:nvPr/>
        </p:nvSpPr>
        <p:spPr>
          <a:xfrm>
            <a:off x="365760" y="320040"/>
            <a:ext cx="5669280" cy="1417320"/>
          </a:xfrm>
          <a:prstGeom prst="roundRect">
            <a:avLst>
              <a:gd name="adj" fmla="val 12903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127000" tIns="203200" rIns="203200" bIns="12700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Toby y la pelota roja</a:t>
            </a:r>
            <a:endParaRPr lang="en-US" sz="2000" dirty="0"/>
          </a:p>
          <a:p>
            <a:pPr indent="0" marL="0">
              <a:buNone/>
            </a:pPr>
            <a:r>
              <a:rPr lang="en-US" sz="1600" i="1" dirty="0">
                <a:solidFill>
                  <a:srgbClr val="3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historia sobre el hábito de jugar al aire libre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id="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ees" descr="Árbol y arbus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744" y="0"/>
            <a:ext cx="5194796" cy="4992025"/>
          </a:xfrm>
          <a:prstGeom prst="rect">
            <a:avLst/>
          </a:prstGeom>
        </p:spPr>
      </p:pic>
      <p:pic>
        <p:nvPicPr>
          <p:cNvPr id="3" name="dog" descr="Toby, un perro corg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971" y="1892528"/>
            <a:ext cx="2742234" cy="3157432"/>
          </a:xfrm>
          <a:prstGeom prst="rect">
            <a:avLst/>
          </a:prstGeom>
        </p:spPr>
      </p:pic>
      <p:pic>
        <p:nvPicPr>
          <p:cNvPr id="4" name="grass" descr="Pas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58188"/>
            <a:ext cx="9144000" cy="1226281"/>
          </a:xfrm>
          <a:prstGeom prst="rect">
            <a:avLst/>
          </a:prstGeom>
        </p:spPr>
      </p:pic>
      <p:sp>
        <p:nvSpPr>
          <p:cNvPr id="5" name="card"/>
          <p:cNvSpPr txBox="1"/>
          <p:nvPr/>
        </p:nvSpPr>
        <p:spPr>
          <a:xfrm>
            <a:off x="365760" y="320040"/>
            <a:ext cx="4206240" cy="1234440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127000" tIns="203200" rIns="2032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parque lleno de árboles vivía </a:t>
            </a:r>
            <a:pPr indent="0" marL="0">
              <a:buNone/>
            </a:pPr>
            <a:r>
              <a:rPr lang="en-US" sz="2000" b="1" dirty="0">
                <a:solidFill>
                  <a:srgbClr val="E0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Toby</a:t>
            </a:r>
            <a:pPr indent="0" marL="0">
              <a:buNone/>
            </a:pPr>
            <a:r>
              <a:rPr lang="en-US" sz="2000" dirty="0">
                <a:solidFill>
                  <a:srgbClr val="3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un corgi pequeño y muy curioso.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ees" descr="Árbol y arbus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744" y="0"/>
            <a:ext cx="5194796" cy="4992025"/>
          </a:xfrm>
          <a:prstGeom prst="rect">
            <a:avLst/>
          </a:prstGeom>
        </p:spPr>
      </p:pic>
      <p:pic>
        <p:nvPicPr>
          <p:cNvPr id="3" name="ball" descr="Pelota roj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485" y="4451303"/>
            <a:ext cx="608313" cy="608313"/>
          </a:xfrm>
          <a:prstGeom prst="rect">
            <a:avLst/>
          </a:prstGeom>
        </p:spPr>
      </p:pic>
      <p:pic>
        <p:nvPicPr>
          <p:cNvPr id="4" name="dog" descr="Toby, un perro corg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971" y="1892528"/>
            <a:ext cx="2742234" cy="3157432"/>
          </a:xfrm>
          <a:prstGeom prst="rect">
            <a:avLst/>
          </a:prstGeom>
        </p:spPr>
      </p:pic>
      <p:pic>
        <p:nvPicPr>
          <p:cNvPr id="5" name="grass" descr="Pas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58188"/>
            <a:ext cx="9144000" cy="1226281"/>
          </a:xfrm>
          <a:prstGeom prst="rect">
            <a:avLst/>
          </a:prstGeom>
        </p:spPr>
      </p:pic>
      <p:sp>
        <p:nvSpPr>
          <p:cNvPr id="6" name="card"/>
          <p:cNvSpPr txBox="1"/>
          <p:nvPr/>
        </p:nvSpPr>
        <p:spPr>
          <a:xfrm>
            <a:off x="365760" y="320040"/>
            <a:ext cx="4206240" cy="1234440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127000" tIns="203200" rIns="2032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mañana, algo </a:t>
            </a:r>
            <a:pPr indent="0" marL="0">
              <a:buNone/>
            </a:pPr>
            <a:r>
              <a:rPr lang="en-US" sz="2000" b="1" dirty="0">
                <a:solidFill>
                  <a:srgbClr val="A8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</a:t>
            </a:r>
            <a:pPr indent="0" marL="0">
              <a:buNone/>
            </a:pPr>
            <a:r>
              <a:rPr lang="en-US" sz="2000" dirty="0">
                <a:solidFill>
                  <a:srgbClr val="3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rodó entre el pasto… ¡Era una pelota!</a:t>
            </a:r>
            <a:endParaRPr lang="en-US" sz="2000" dirty="0"/>
          </a:p>
        </p:txBody>
      </p:sp>
      <p:sp>
        <p:nvSpPr>
          <p:cNvPr id="7" name="bubble"/>
          <p:cNvSpPr txBox="1"/>
          <p:nvPr/>
        </p:nvSpPr>
        <p:spPr>
          <a:xfrm>
            <a:off x="4663440" y="1417320"/>
            <a:ext cx="173736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02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¡Guau!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50"/>
                            </p:stCondLst>
                            <p:childTnLst>
                              <p:par>
                                <p:cTn id="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3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8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ees" descr="Árbol y arbus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744" y="0"/>
            <a:ext cx="5194796" cy="4992025"/>
          </a:xfrm>
          <a:prstGeom prst="rect">
            <a:avLst/>
          </a:prstGeom>
        </p:spPr>
      </p:pic>
      <p:pic>
        <p:nvPicPr>
          <p:cNvPr id="3" name="ball" descr="Pelota roj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451303"/>
            <a:ext cx="608313" cy="608313"/>
          </a:xfrm>
          <a:prstGeom prst="rect">
            <a:avLst/>
          </a:prstGeom>
        </p:spPr>
      </p:pic>
      <p:pic>
        <p:nvPicPr>
          <p:cNvPr id="4" name="dog" descr="Toby, un perro corg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92528"/>
            <a:ext cx="2742234" cy="3157432"/>
          </a:xfrm>
          <a:prstGeom prst="rect">
            <a:avLst/>
          </a:prstGeom>
        </p:spPr>
      </p:pic>
      <p:pic>
        <p:nvPicPr>
          <p:cNvPr id="5" name="grass" descr="Pas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58188"/>
            <a:ext cx="9144000" cy="1226281"/>
          </a:xfrm>
          <a:prstGeom prst="rect">
            <a:avLst/>
          </a:prstGeom>
        </p:spPr>
      </p:pic>
      <p:sp>
        <p:nvSpPr>
          <p:cNvPr id="6" name="card"/>
          <p:cNvSpPr txBox="1"/>
          <p:nvPr/>
        </p:nvSpPr>
        <p:spPr>
          <a:xfrm>
            <a:off x="365760" y="320040"/>
            <a:ext cx="4206240" cy="1234440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127000" tIns="203200" rIns="2032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Toby movió la cola y corrió tras ella tan rápido como pudo.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id="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ees" descr="Árbol y arbus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744" y="0"/>
            <a:ext cx="5194796" cy="4992025"/>
          </a:xfrm>
          <a:prstGeom prst="rect">
            <a:avLst/>
          </a:prstGeom>
        </p:spPr>
      </p:pic>
      <p:pic>
        <p:nvPicPr>
          <p:cNvPr id="3" name="ball" descr="Pelota roj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743200"/>
            <a:ext cx="608313" cy="608313"/>
          </a:xfrm>
          <a:prstGeom prst="rect">
            <a:avLst/>
          </a:prstGeom>
        </p:spPr>
      </p:pic>
      <p:pic>
        <p:nvPicPr>
          <p:cNvPr id="4" name="dog" descr="Toby, un perro corg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971" y="1892528"/>
            <a:ext cx="2742234" cy="3157432"/>
          </a:xfrm>
          <a:prstGeom prst="rect">
            <a:avLst/>
          </a:prstGeom>
        </p:spPr>
      </p:pic>
      <p:pic>
        <p:nvPicPr>
          <p:cNvPr id="5" name="grass" descr="Pas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58188"/>
            <a:ext cx="9144000" cy="1226281"/>
          </a:xfrm>
          <a:prstGeom prst="rect">
            <a:avLst/>
          </a:prstGeom>
        </p:spPr>
      </p:pic>
      <p:sp>
        <p:nvSpPr>
          <p:cNvPr id="6" name="card"/>
          <p:cNvSpPr txBox="1"/>
          <p:nvPr/>
        </p:nvSpPr>
        <p:spPr>
          <a:xfrm>
            <a:off x="365760" y="320040"/>
            <a:ext cx="4206240" cy="1234440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127000" tIns="203200" rIns="2032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Corrieron, saltaron y jugaron toda la tarde bajo el gran árbol.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150"/>
                            </p:stCondLst>
                            <p:childTnLst>
                              <p:par>
                                <p:cTn id="9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3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ees" descr="Árbol y arbus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744" y="0"/>
            <a:ext cx="5194796" cy="4992025"/>
          </a:xfrm>
          <a:prstGeom prst="rect">
            <a:avLst/>
          </a:prstGeom>
        </p:spPr>
      </p:pic>
      <p:pic>
        <p:nvPicPr>
          <p:cNvPr id="3" name="ball" descr="Pelota roj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4451303"/>
            <a:ext cx="608313" cy="608313"/>
          </a:xfrm>
          <a:prstGeom prst="rect">
            <a:avLst/>
          </a:prstGeom>
        </p:spPr>
      </p:pic>
      <p:pic>
        <p:nvPicPr>
          <p:cNvPr id="4" name="dog" descr="Toby, un perro corg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971" y="1892528"/>
            <a:ext cx="2742234" cy="3157432"/>
          </a:xfrm>
          <a:prstGeom prst="rect">
            <a:avLst/>
          </a:prstGeom>
        </p:spPr>
      </p:pic>
      <p:pic>
        <p:nvPicPr>
          <p:cNvPr id="5" name="grass" descr="Pas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58188"/>
            <a:ext cx="9144000" cy="1226281"/>
          </a:xfrm>
          <a:prstGeom prst="rect">
            <a:avLst/>
          </a:prstGeom>
        </p:spPr>
      </p:pic>
      <p:sp>
        <p:nvSpPr>
          <p:cNvPr id="6" name="card"/>
          <p:cNvSpPr txBox="1"/>
          <p:nvPr/>
        </p:nvSpPr>
        <p:spPr>
          <a:xfrm>
            <a:off x="365760" y="320040"/>
            <a:ext cx="4206240" cy="1188720"/>
          </a:xfrm>
          <a:prstGeom prst="roundRect">
            <a:avLst>
              <a:gd name="adj" fmla="val 15385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lIns="127000" tIns="203200" rIns="2032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ese día, Toby sale a jugar cada mañana. </a:t>
            </a:r>
            <a:pPr indent="0" marL="0">
              <a:buNone/>
            </a:pPr>
            <a:r>
              <a:rPr lang="en-US" sz="2000" b="1" dirty="0">
                <a:solidFill>
                  <a:srgbClr val="E0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¡Moverse es su hábito favorito!</a:t>
            </a:r>
            <a:endParaRPr lang="en-US" sz="2000" dirty="0"/>
          </a:p>
        </p:txBody>
      </p:sp>
      <p:sp>
        <p:nvSpPr>
          <p:cNvPr id="7" name="fin"/>
          <p:cNvSpPr txBox="1"/>
          <p:nvPr/>
        </p:nvSpPr>
        <p:spPr>
          <a:xfrm>
            <a:off x="365760" y="1691640"/>
            <a:ext cx="1828800" cy="777240"/>
          </a:xfrm>
          <a:prstGeom prst="roundRect">
            <a:avLst>
              <a:gd name="adj" fmla="val 23529"/>
            </a:avLst>
          </a:prstGeom>
          <a:solidFill>
            <a:srgbClr val="E0702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¡Fin!</a:t>
            </a:r>
            <a:endParaRPr lang="en-US" sz="3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15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300"/>
                            </p:stCondLst>
                            <p:childTnLst>
                              <p:par>
                                <p:cTn id="12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Toby y la pelota roja</dc:title>
  <dc:subject>PptxGenJS Presentation</dc:subject>
  <dc:creator>PptxGenJS</dc:creator>
  <cp:lastModifiedBy>PptxGenJS</cp:lastModifiedBy>
  <cp:revision>1</cp:revision>
  <dcterms:created xsi:type="dcterms:W3CDTF">2026-10-08T19:11:29Z</dcterms:created>
  <dcterms:modified xsi:type="dcterms:W3CDTF">2026-10-08T19:11:29Z</dcterms:modified>
</cp:coreProperties>
</file>